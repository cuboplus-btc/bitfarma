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1A306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389120" cy="1024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Farmacia Digital Bitcoin de El Salvador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4572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214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ALIANZA ESTRATÉGICA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Distribuidoras Farmacéuticas (Droguerías)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Metropolitana de San Salvador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2240280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397764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Bitcoin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07792" y="3429000"/>
            <a:ext cx="2240280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907792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907792" y="397764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Dispensación digital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tu hogar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58384" y="3429000"/>
            <a:ext cx="2240280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58384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358384" y="397764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Lightning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0" y="48280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El Salvador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esta presentación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6070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1060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BitFarma?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farmacia digital con pagos Bitcoin en El Salvador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6070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58384" y="1060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y la Oportunidad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58384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del sector farmacéutico salvadoreño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96596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02082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7824" y="20208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Plataforma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Tecnología, flujo de trabajo y roles del sistema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96596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6596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2082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58384" y="20208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La Ventaja Diferencial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58384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Lightning — sin comisiones, al instante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2608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8094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7824" y="29809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" y="32918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 y números extrapolados del modelo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8094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58384" y="29809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Alianza Propuesta — Comodato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58384" y="32918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ofrecemos y qué ganamos mutuamente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88620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88620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94106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77824" y="39410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Droguerías Contactadas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" y="4251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con las que hemos identificado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886200"/>
            <a:ext cx="4251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86200"/>
            <a:ext cx="54864" cy="82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94106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58384" y="39410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58384" y="4251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formalizar la alianza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BITFARMA?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farmacéutica para El Salvador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14400"/>
            <a:ext cx="2651760" cy="621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1005840"/>
            <a:ext cx="566928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7552" y="1078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farmacia 100% digital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371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recetas, inventario y entregas desde la app — sin papel, sin filas.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965960"/>
            <a:ext cx="566928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₿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87552" y="2039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Bitcoin-only payments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31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farmacia en El Salvador que acepta Bitcoin vía Lightning Network como método de pago.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926080"/>
            <a:ext cx="566928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4048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87552" y="2999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24/7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2918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suben su receta desde casa. La farmacia dispensa. El medicamento llega a su puerta.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886200"/>
            <a:ext cx="566928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4048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87552" y="3959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con IA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42519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desarrollada con inteligencia artificial (OpenClaw), desplegada en la nube (Railway).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1719072"/>
            <a:ext cx="2651760" cy="246888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OpenClaw AI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0" y="26334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Railway Cloud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3090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Tiankii/Lightning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PDF/JPG Upload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Y LA OPORTUNIDAD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del sector farmacéutico en El Salvador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20574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04241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$251.85M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7007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farmacéutico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(2025)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987552"/>
            <a:ext cx="2057400" cy="137160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4241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23160" y="17007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projectado (CAGR)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987552"/>
            <a:ext cx="2057400" cy="137160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04241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7007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estimado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Salvador (45%)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987552"/>
            <a:ext cx="20574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04241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17007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en zona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487168"/>
            <a:ext cx="2788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487168"/>
            <a:ext cx="278892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54203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Segmento Objetivo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" y="3044952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9443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crónicos: diabetes,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hipertensión, tiroides, colesterol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" y="344728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34670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 35–70 con smartphone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" y="3849624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74904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en El Salvador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" y="4251960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415137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Bancarizados y NO bancarizados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(Bitcoin elimina barreras)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" y="465429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455371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Familiares que gestionan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del paciente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487168"/>
            <a:ext cx="2788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487168"/>
            <a:ext cx="278892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54203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Blue Ocean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3044952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9443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farmacias online en SV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64992" y="344728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334670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pagos en Bitcoin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64992" y="3849624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374904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de recetas digitales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64992" y="4251960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415137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entrega a domicilio integrada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64992" y="465429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455371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 clientes potenciales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zona metropolitana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2487168"/>
            <a:ext cx="2788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2487168"/>
            <a:ext cx="278892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254203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Potencial Año 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36792" y="3044952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3096" y="29443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 clientes activos (5% 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objetivo)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36792" y="344728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3096" y="334670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~$270,000 en ventas brutas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36792" y="3849624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374904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comisiones de tarjeta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(Lightning = ~$0 en fees)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36792" y="4251960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3096" y="415137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adicional vs canal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tradicional: +2–4%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36792" y="465429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455371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por licenciamiento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plataforma a otras farmacias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PLATAFORMA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roles, 1 flujo completamente digital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2788920" cy="384048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2788920" cy="804672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024128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12140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19933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receta (PDF/JPG)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633472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5054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instrucciones especiales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14553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dirección de entrega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5295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estado en tiempo real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169664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40416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con Bitcoin vía QR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987552"/>
            <a:ext cx="2788920" cy="3840480"/>
          </a:xfrm>
          <a:prstGeom prst="rect">
            <a:avLst/>
          </a:prstGeom>
          <a:solidFill>
            <a:srgbClr val="1A2F5E"/>
          </a:solidFill>
          <a:ln w="12700">
            <a:solidFill>
              <a:srgbClr val="1E6D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987552"/>
            <a:ext cx="2788920" cy="804672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24128"/>
            <a:ext cx="594360" cy="5943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00400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FARMACÉUTICO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401568" y="212140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66160" y="19933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recetas recibidas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01568" y="2633472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66160" y="25054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del inventario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401568" y="3145536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66160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etiqueta PDF automática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401568" y="3657600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566160" y="35295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estados del flujo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401568" y="4169664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66160" y="40416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entrega o envío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144768" y="987552"/>
            <a:ext cx="2788920" cy="38404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44768" y="987552"/>
            <a:ext cx="278892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024128"/>
            <a:ext cx="594360" cy="59436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144768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345936" y="2121408"/>
            <a:ext cx="91440" cy="9144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10528" y="19933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inventario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345936" y="2633472"/>
            <a:ext cx="91440" cy="9144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510528" y="25054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bajo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345936" y="3145536"/>
            <a:ext cx="91440" cy="9144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510528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roles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345936" y="3657600"/>
            <a:ext cx="91440" cy="9144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10528" y="35295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consumo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345936" y="4169664"/>
            <a:ext cx="91440" cy="9144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10528" y="40416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estado de receta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256032" y="4681728"/>
            <a:ext cx="1920240" cy="27432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56032" y="4681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Recibida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2176272" y="468172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48"/>
          <p:cNvSpPr/>
          <p:nvPr/>
        </p:nvSpPr>
        <p:spPr>
          <a:xfrm>
            <a:off x="2468880" y="4681728"/>
            <a:ext cx="1920240" cy="27432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2468880" y="4681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En Preparación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4389120" y="468172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1"/>
          <p:cNvSpPr/>
          <p:nvPr/>
        </p:nvSpPr>
        <p:spPr>
          <a:xfrm>
            <a:off x="4681728" y="4681728"/>
            <a:ext cx="1920240" cy="27432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4681728" y="4681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Lista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6601968" y="468172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4"/>
          <p:cNvSpPr/>
          <p:nvPr/>
        </p:nvSpPr>
        <p:spPr>
          <a:xfrm>
            <a:off x="6894576" y="4681728"/>
            <a:ext cx="192024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894576" y="4681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Entregada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LA VENTAJA DIFERENCIAL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Bitcoin 2021 — El Salvador lidera la adopción mundial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87552"/>
            <a:ext cx="4206240" cy="3895344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097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Network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14264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paga el paciente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347472" cy="3474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18836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lista → QR generado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1396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crea el código de pago automáticamente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" y="25968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escanea con Blink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2852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billetera Lightning — menos de 3 seg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364992"/>
            <a:ext cx="347472" cy="3474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364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0120" y="3310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confirmado al instante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notifica a BitFarma vía webhook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78224"/>
            <a:ext cx="347472" cy="3474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078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60120" y="40233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pasa a 'Entregada'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012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— sin acción manual del farmacéutico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987552"/>
            <a:ext cx="4206240" cy="3895344"/>
          </a:xfrm>
          <a:prstGeom prst="rect">
            <a:avLst/>
          </a:prstGeom>
          <a:solidFill>
            <a:srgbClr val="F8FA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773168" y="10789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Bitcoin para la droguería?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773168" y="1444752"/>
            <a:ext cx="36576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16276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30368" y="157276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comisión en ventas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30368" y="1828800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Visa, Mastercard ni tarjetas — fees de red ~$0.01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73168" y="215798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230368" y="210312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final e irrevocable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230368" y="2359152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chargebacks, sin fraude, sin reversiones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73168" y="26883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230368" y="263347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canal de clientes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30368" y="2889504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mercado Bitcoin: 200,000+ billeteras activas en SV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73168" y="32186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230368" y="316382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real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230368" y="3419856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la droguería que habilitó la 1ª farmacia Bitcoin de SV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73168" y="374904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230368" y="3694176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medios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230368" y="3950208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Bitcoin en salud = PR gratuito a nivel nacional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73168" y="42793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230368" y="422452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inmediata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230368" y="4480560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disponibles al instante — sin esperas bancarias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PROYECCIONES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extrapolados del modelo de negocio BitFarma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INGRESOS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4114800" cy="768096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Margen en venta de medicamentos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7373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precio mayorista vs retail. Estimado: 25–35% de margen bruto por unidad.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114800" cy="768096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Tarifa de entrega a domicilio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26151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$2.50–$5.00 por pedido. Aplicada al cliente. A negociar con Pedidos Ya / Urban Express.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4114800" cy="768096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Licenciamiento de plataforma (futuro)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34930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para otras farmacias independientes. Precio: $150–300/mes por cliente.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4114800" cy="768096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078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Sin comisión bancaria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43708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Lightning: ~$0 por transacción vs 2–4% de tarjetas. Margen extra directo.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9875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 — AÑO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196596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4475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63440" y="18470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 estimados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 del mercado objetivo)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1389888"/>
            <a:ext cx="196596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44475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18470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brutas proyectadas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 (San Salvador)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350008"/>
            <a:ext cx="1965960" cy="84124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40487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$67K–$94K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663440" y="2807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 estimado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(25–35% sobre ventas)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66560" y="2350008"/>
            <a:ext cx="1965960" cy="841248"/>
          </a:xfrm>
          <a:prstGeom prst="rect">
            <a:avLst/>
          </a:prstGeom>
          <a:solidFill>
            <a:srgbClr val="1A2F5E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40487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2807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inventario inicial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 comodato)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3337560"/>
            <a:ext cx="4206240" cy="1481328"/>
          </a:xfrm>
          <a:prstGeom prst="rect">
            <a:avLst/>
          </a:prstGeom>
          <a:solidFill>
            <a:srgbClr val="0A1528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419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730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Salario farmacéutico (obligatorio legal)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 Railway (~$15–45/mes)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1696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por tercero (Pedidos Ya/Urban Express)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4389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Costo de medicamento: solo lo vendido (comodato)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608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Conversión BTC/USD: ~0% (Lightning Network)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ALIANZA PROPUESTA — ACUERDO EN COMODATO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ofrecemos y lo que ganamos juntos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4160520" cy="3895344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4160520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PROPONE BITFARMA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57276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51790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Comodato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79222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Suministro de medicamentos sin pago anticipado. BitFarma paga solo lo que efectivamente vende.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Inicial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juntos el listado de medicamentos de mayor rotación para pacientes crónicos (inicio ágil).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321868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16382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Regulatorio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gestiona toda la documentación ante el Ministerio de Salud y la SRS para operar legalmente.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404164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398678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Marca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26110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droguería aparece como 'Proveedor Oficial de BitFarma' en todos los materiales de marketing y en la app.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987552"/>
            <a:ext cx="4133088" cy="3895344"/>
          </a:xfrm>
          <a:prstGeom prst="rect">
            <a:avLst/>
          </a:prstGeom>
          <a:solidFill>
            <a:srgbClr val="F8FA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987552"/>
            <a:ext cx="4133088" cy="42062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00584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LA DROGUERÍA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591056"/>
            <a:ext cx="310896" cy="31089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1536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Canal de Venta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17922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un segmento de pacientes crónicos digitales sin costo de adquisición. BitFarma trae los clientes.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249424"/>
            <a:ext cx="310896" cy="31089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0368" y="21945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en el Mercado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24505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droguería en El Salvador asociada a una farmacia Bitcoin. Posicionamiento único a nivel nacional.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907792"/>
            <a:ext cx="310896" cy="31089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28529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Inventario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31089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comodato elimina el riesgo de producto sin salida. La droguería recupera solo lo no vendido.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566160"/>
            <a:ext cx="310896" cy="31089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511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Demanda Real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0368" y="37673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reportes de consumo por medicamento, frecuencia y perfil de paciente — inteligencia de mercado.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4224528"/>
            <a:ext cx="310896" cy="31089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224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41696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0368" y="4425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BitFarma expanda a otras ciudades o licencie a otras farmacias, la droguería escala con nosotros.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DROGUERÍAS IDENTIFICADAS — ZONA METROPOLITANA DE SAN SALVADOR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distribuidoras farmacéuticas autorizadas contactadas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4251960" cy="1234440"/>
          </a:xfrm>
          <a:prstGeom prst="rect">
            <a:avLst/>
          </a:prstGeom>
          <a:solidFill>
            <a:srgbClr val="0F2A50"/>
          </a:solidFill>
          <a:ln w="1524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123444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06070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PRIORITARIA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Americana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3350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San Salvador (Zona central)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5361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ventas@americana.com.sv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75564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Top 3 en El Salvador · +40 años · Ranking #1 IMS Health · Pfizer, Merck, Novartis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36592" y="1005840"/>
            <a:ext cx="4251960" cy="1234440"/>
          </a:xfrm>
          <a:prstGeom prst="rect">
            <a:avLst/>
          </a:prstGeom>
          <a:solidFill>
            <a:srgbClr val="0F2A50"/>
          </a:solidFill>
          <a:ln w="1524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005840"/>
            <a:ext cx="54864" cy="123444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106070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PRIORITARIA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Santa Lucía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3350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Calle y Colonia Roma No. 238, San Salvador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(503) 2250-6200  ·  (503) 2238-0000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75564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1,500+ puntos de venta · 1,365 clientes · Farmacias privadas y públicas · Hospitales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2359152"/>
            <a:ext cx="4251960" cy="1234440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359152"/>
            <a:ext cx="54864" cy="12344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4140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VIABLE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Integral (Montreal S.A.)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6883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Urb. San Francisco, Calle Los Abetos, Casa 27-A, San Salvador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2889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drogueriaintegral.com.sv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31089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Distribución de alta calidad · Décadas de trayectoria · Farmacias, clínicas y hospitales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36592" y="2359152"/>
            <a:ext cx="4251960" cy="1234440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359152"/>
            <a:ext cx="54864" cy="12344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24140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VIABLE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Universal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6883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Alameda Roosevelt 2736, San Salvador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2889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Colonia Médica / Blvd. Héroes, San Salvador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31089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Autorizada por SRS (E01D0101) · San Salvador · Sector hospitalario privado y público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032" y="3712464"/>
            <a:ext cx="4251960" cy="1234440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712464"/>
            <a:ext cx="54864" cy="12344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0672" y="376732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VIABLE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576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Dibarsa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0416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Antiguo Cuscatlán, La Libertad (AMSS)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4242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Autorizada SRS: E01D0265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44622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Zona AMSS · Autorizacion SRS vigente · Distribución a farmacias independientes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36592" y="3712464"/>
            <a:ext cx="4251960" cy="1234440"/>
          </a:xfrm>
          <a:prstGeom prst="rect">
            <a:avLst/>
          </a:prstGeom>
          <a:solidFill>
            <a:srgbClr val="1A2F5E"/>
          </a:solidFill>
          <a:ln w="6350">
            <a:solidFill>
              <a:srgbClr val="2A4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712464"/>
            <a:ext cx="54864" cy="12344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1232" y="376732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VIABLE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4632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Procaps El Salvador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40416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San Salvador (Zona Metropolitana)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4242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Autorizada SRS: E01D0015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44622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Laboratorio Procaps — presencia latinoamericana · Medicamentos genéricos de alta calidad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Directorio de Droguerías AMSS  ·  El Salvador 2026  ·  Fuentes: SRS, páginas oficiales, Google Maps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ALIANZA — CÓMO AMPLIAR Y DIVERSIFICAR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proveedor inicial a socio estratégico en el ecosistema Bitcoin farmacéutico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2743200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2743200" cy="384048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LANZAMIENTO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Comodato Básico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2286000" cy="36576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droguería suministra un catálogo inicial de medicamentos de alta rotación (crónicos: metformina, lisinopril, atorvastatina, levotiroxina). BitFarma paga únicamente lo vendido.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340156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inversión en inventario para BitFarma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" y="3785616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75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droguería reduce riesgo de sobrestock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" y="4169664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0599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20–50 SKUs para comenzar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987552"/>
            <a:ext cx="2743200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987552"/>
            <a:ext cx="2743200" cy="38404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CRECIMIENTO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36976" y="146304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Exclusivo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36976" y="1828800"/>
            <a:ext cx="2286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6976" y="192024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demanda comprobada, la droguería se convierte en proveedor exclusivo de BitFarma. Expansión del catálogo, mejores precios por volumen, acuerdo de distribución preferencial.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40156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por volumen y exclusividad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78561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3675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marketing: droguería en materiales BitFarma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4169664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40599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datos compartidos de demanda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98464" y="987552"/>
            <a:ext cx="2871216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98464" y="987552"/>
            <a:ext cx="2871216" cy="38404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100584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EXPANSIÓN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08192" y="14630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Bitcoin Farmacéutica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08192" y="1828800"/>
            <a:ext cx="2414016" cy="3657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19202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licencia su plataforma a otras farmacias independientes en El Salvador. La droguería se convierte en proveedor de toda la red. Escala sin inversión adicional.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63056" y="3401568"/>
            <a:ext cx="91440" cy="9144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2918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farmacias Bitcoin bajo su suministro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3785616"/>
            <a:ext cx="91440" cy="9144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67588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mercado a nivel nacional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63056" y="4169664"/>
            <a:ext cx="91440" cy="9144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059936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estratégica en el sector fintech-salud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Propuesta Confidencial  ·  El Salvador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840480" cy="8961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792224"/>
            <a:ext cx="50292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" y="19385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introducción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" y="22128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BitFarma al equipo gerencial de la droguería — sin compromiso.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9264" y="25237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catálogo inicial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" y="27980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la lista de medicamentos para la fase de lanzamiento (comodato).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3163824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9264" y="31089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acuerdo de comodato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9264" y="3383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modelo de suministro por consignación con términos claros.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9264" y="36941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inventario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9264" y="39684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sistema de inventario BitFarma con el stock de la droguería.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334256"/>
            <a:ext cx="3657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9264" y="4279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conjunto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9264" y="4553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en San Salvador con comunicado de prensa conjunto.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solidFill>
            <a:srgbClr val="0A1528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money. Fix the world. Start with healthcare."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217920" y="11887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92240" y="1536192"/>
            <a:ext cx="210312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17007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info@bitfarma.sv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09360" y="220370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bitfarma.sv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309360" y="270662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Tiankii / Lightning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309360" y="3209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 Business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309360" y="371246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San Salvador, El Salvador</a:t>
            </a:r>
            <a:endParaRPr lang="en-US" sz="10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059936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291072" y="40050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desplegada y operativa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BitFarma — Propuesta de Alianza Estratégica para Droguerías</dc:title>
  <dc:subject>PptxGenJS Presentation</dc:subject>
  <dc:creator>PptxGenJS</dc:creator>
  <cp:lastModifiedBy>PptxGenJS</cp:lastModifiedBy>
  <cp:revision>1</cp:revision>
  <dcterms:created xsi:type="dcterms:W3CDTF">2026-06-01T13:52:40Z</dcterms:created>
  <dcterms:modified xsi:type="dcterms:W3CDTF">2026-06-01T13:52:40Z</dcterms:modified>
</cp:coreProperties>
</file>